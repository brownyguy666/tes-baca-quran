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7372800" cx="1054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22">
          <p15:clr>
            <a:srgbClr val="747775"/>
          </p15:clr>
        </p15:guide>
        <p15:guide id="2" pos="3322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7" name="Aji Bagus Khoir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22" orient="horz"/>
        <p:guide pos="332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18T06:54:27.534">
    <p:pos x="749" y="461"/>
    <p:text>Nomor Sertifikat</p:text>
  </p:cm>
  <p:cm authorId="0" idx="2" dt="2026-08-18T06:55:09.175">
    <p:pos x="4899" y="479"/>
    <p:text>tanggal sertifikat</p:text>
  </p:cm>
  <p:cm authorId="0" idx="3" dt="2026-08-18T06:55:38.522">
    <p:pos x="2335" y="1856"/>
    <p:text>Nama Siswa</p:text>
  </p:cm>
  <p:cm authorId="0" idx="4" dt="2026-08-18T06:56:03.220">
    <p:pos x="2335" y="1986"/>
    <p:text>Kelas</p:text>
  </p:cm>
  <p:cm authorId="0" idx="5" dt="2026-08-18T06:56:29.092">
    <p:pos x="4159" y="1986"/>
    <p:text>NISN</p:text>
  </p:cm>
  <p:cm authorId="0" idx="6" dt="2026-08-18T06:57:07.743">
    <p:pos x="3145" y="2740"/>
    <p:text>Makharijul Huruf</p:text>
  </p:cm>
  <p:cm authorId="0" idx="7" dt="2026-08-18T06:57:26.990">
    <p:pos x="3145" y="2858"/>
    <p:text>Tajwid</p:text>
  </p:cm>
  <p:cm authorId="0" idx="8" dt="2026-08-18T06:57:51.345">
    <p:pos x="3145" y="2975"/>
    <p:text>Kelancaran</p:text>
  </p:cm>
  <p:cm authorId="0" idx="9" dt="2026-08-18T06:58:15.729">
    <p:pos x="3145" y="3052"/>
    <p:text>TOTAL SKOR</p:text>
  </p:cm>
  <p:cm authorId="0" idx="10" dt="2026-08-18T06:59:04.788">
    <p:pos x="1459" y="3364"/>
    <p:text>catatan bimbingan/evaluasi guru</p:text>
  </p:cm>
  <p:cm authorId="0" idx="11" dt="2026-08-18T06:59:28.633">
    <p:pos x="3912" y="4244"/>
    <p:text>Nama penguji</p:text>
  </p:cm>
  <p:cm authorId="0" idx="12" dt="2026-08-18T07:00:33.537">
    <p:pos x="2322" y="2250"/>
    <p:text>Surat dan ayat yg diujikan</p:text>
  </p:cm>
  <p:cm authorId="0" idx="13" dt="2026-08-18T07:01:02.926">
    <p:pos x="3823" y="2699"/>
    <p:text>mumtaz</p:text>
  </p:cm>
  <p:cm authorId="0" idx="14" dt="2026-08-18T07:01:17.611">
    <p:pos x="3823" y="2809"/>
    <p:text>mahi</p:text>
  </p:cm>
  <p:cm authorId="0" idx="15" dt="2026-08-18T07:01:31.244">
    <p:pos x="3823" y="2919"/>
    <p:text>menengah</p:text>
  </p:cm>
  <p:cm authorId="0" idx="16" dt="2026-08-18T07:01:40.078">
    <p:pos x="3823" y="3031"/>
    <p:text>dasar</p:text>
  </p:cm>
  <p:cm authorId="0" idx="17" dt="2026-08-18T07:01:49.681">
    <p:pos x="3823" y="3142"/>
    <p:text>remidi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76434" y="685800"/>
            <a:ext cx="4905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976434" y="685800"/>
            <a:ext cx="4905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9569" y="1067289"/>
            <a:ext cx="9828900" cy="2942100"/>
          </a:xfrm>
          <a:prstGeom prst="rect">
            <a:avLst/>
          </a:prstGeom>
        </p:spPr>
        <p:txBody>
          <a:bodyPr anchorCtr="0" anchor="b" bIns="114000" lIns="114000" spcFirstLastPara="1" rIns="114000" wrap="square" tIns="114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84"/>
              <a:buNone/>
              <a:defRPr sz="6484"/>
            </a:lvl1pPr>
            <a:lvl2pPr lvl="1" algn="ctr">
              <a:spcBef>
                <a:spcPts val="0"/>
              </a:spcBef>
              <a:spcAft>
                <a:spcPts val="0"/>
              </a:spcAft>
              <a:buSzPts val="6484"/>
              <a:buNone/>
              <a:defRPr sz="6484"/>
            </a:lvl2pPr>
            <a:lvl3pPr lvl="2" algn="ctr">
              <a:spcBef>
                <a:spcPts val="0"/>
              </a:spcBef>
              <a:spcAft>
                <a:spcPts val="0"/>
              </a:spcAft>
              <a:buSzPts val="6484"/>
              <a:buNone/>
              <a:defRPr sz="6484"/>
            </a:lvl3pPr>
            <a:lvl4pPr lvl="3" algn="ctr">
              <a:spcBef>
                <a:spcPts val="0"/>
              </a:spcBef>
              <a:spcAft>
                <a:spcPts val="0"/>
              </a:spcAft>
              <a:buSzPts val="6484"/>
              <a:buNone/>
              <a:defRPr sz="6484"/>
            </a:lvl4pPr>
            <a:lvl5pPr lvl="4" algn="ctr">
              <a:spcBef>
                <a:spcPts val="0"/>
              </a:spcBef>
              <a:spcAft>
                <a:spcPts val="0"/>
              </a:spcAft>
              <a:buSzPts val="6484"/>
              <a:buNone/>
              <a:defRPr sz="6484"/>
            </a:lvl5pPr>
            <a:lvl6pPr lvl="5" algn="ctr">
              <a:spcBef>
                <a:spcPts val="0"/>
              </a:spcBef>
              <a:spcAft>
                <a:spcPts val="0"/>
              </a:spcAft>
              <a:buSzPts val="6484"/>
              <a:buNone/>
              <a:defRPr sz="6484"/>
            </a:lvl6pPr>
            <a:lvl7pPr lvl="6" algn="ctr">
              <a:spcBef>
                <a:spcPts val="0"/>
              </a:spcBef>
              <a:spcAft>
                <a:spcPts val="0"/>
              </a:spcAft>
              <a:buSzPts val="6484"/>
              <a:buNone/>
              <a:defRPr sz="6484"/>
            </a:lvl7pPr>
            <a:lvl8pPr lvl="7" algn="ctr">
              <a:spcBef>
                <a:spcPts val="0"/>
              </a:spcBef>
              <a:spcAft>
                <a:spcPts val="0"/>
              </a:spcAft>
              <a:buSzPts val="6484"/>
              <a:buNone/>
              <a:defRPr sz="6484"/>
            </a:lvl8pPr>
            <a:lvl9pPr lvl="8" algn="ctr">
              <a:spcBef>
                <a:spcPts val="0"/>
              </a:spcBef>
              <a:spcAft>
                <a:spcPts val="0"/>
              </a:spcAft>
              <a:buSzPts val="6484"/>
              <a:buNone/>
              <a:defRPr sz="6484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9559" y="4062494"/>
            <a:ext cx="9828900" cy="1136100"/>
          </a:xfrm>
          <a:prstGeom prst="rect">
            <a:avLst/>
          </a:prstGeom>
        </p:spPr>
        <p:txBody>
          <a:bodyPr anchorCtr="0" anchor="t" bIns="114000" lIns="114000" spcFirstLastPara="1" rIns="114000" wrap="square" tIns="1140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773347" y="6684352"/>
            <a:ext cx="633000" cy="5643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>
              <a:buNone/>
              <a:defRPr sz="1247"/>
            </a:lvl1pPr>
            <a:lvl2pPr lvl="1">
              <a:buNone/>
              <a:defRPr sz="1247"/>
            </a:lvl2pPr>
            <a:lvl3pPr lvl="2">
              <a:buNone/>
              <a:defRPr sz="1247"/>
            </a:lvl3pPr>
            <a:lvl4pPr lvl="3">
              <a:buNone/>
              <a:defRPr sz="1247"/>
            </a:lvl4pPr>
            <a:lvl5pPr lvl="4">
              <a:buNone/>
              <a:defRPr sz="1247"/>
            </a:lvl5pPr>
            <a:lvl6pPr lvl="5">
              <a:buNone/>
              <a:defRPr sz="1247"/>
            </a:lvl6pPr>
            <a:lvl7pPr lvl="6">
              <a:buNone/>
              <a:defRPr sz="1247"/>
            </a:lvl7pPr>
            <a:lvl8pPr lvl="7">
              <a:buNone/>
              <a:defRPr sz="1247"/>
            </a:lvl8pPr>
            <a:lvl9pPr lvl="8">
              <a:buNone/>
              <a:defRPr sz="124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9559" y="3083073"/>
            <a:ext cx="9828900" cy="12066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89"/>
              <a:buNone/>
              <a:defRPr sz="4489"/>
            </a:lvl1pPr>
            <a:lvl2pPr lvl="1" algn="ctr">
              <a:spcBef>
                <a:spcPts val="0"/>
              </a:spcBef>
              <a:spcAft>
                <a:spcPts val="0"/>
              </a:spcAft>
              <a:buSzPts val="4489"/>
              <a:buNone/>
              <a:defRPr sz="4489"/>
            </a:lvl2pPr>
            <a:lvl3pPr lvl="2" algn="ctr">
              <a:spcBef>
                <a:spcPts val="0"/>
              </a:spcBef>
              <a:spcAft>
                <a:spcPts val="0"/>
              </a:spcAft>
              <a:buSzPts val="4489"/>
              <a:buNone/>
              <a:defRPr sz="4489"/>
            </a:lvl3pPr>
            <a:lvl4pPr lvl="3" algn="ctr">
              <a:spcBef>
                <a:spcPts val="0"/>
              </a:spcBef>
              <a:spcAft>
                <a:spcPts val="0"/>
              </a:spcAft>
              <a:buSzPts val="4489"/>
              <a:buNone/>
              <a:defRPr sz="4489"/>
            </a:lvl4pPr>
            <a:lvl5pPr lvl="4" algn="ctr">
              <a:spcBef>
                <a:spcPts val="0"/>
              </a:spcBef>
              <a:spcAft>
                <a:spcPts val="0"/>
              </a:spcAft>
              <a:buSzPts val="4489"/>
              <a:buNone/>
              <a:defRPr sz="4489"/>
            </a:lvl5pPr>
            <a:lvl6pPr lvl="5" algn="ctr">
              <a:spcBef>
                <a:spcPts val="0"/>
              </a:spcBef>
              <a:spcAft>
                <a:spcPts val="0"/>
              </a:spcAft>
              <a:buSzPts val="4489"/>
              <a:buNone/>
              <a:defRPr sz="4489"/>
            </a:lvl6pPr>
            <a:lvl7pPr lvl="6" algn="ctr">
              <a:spcBef>
                <a:spcPts val="0"/>
              </a:spcBef>
              <a:spcAft>
                <a:spcPts val="0"/>
              </a:spcAft>
              <a:buSzPts val="4489"/>
              <a:buNone/>
              <a:defRPr sz="4489"/>
            </a:lvl7pPr>
            <a:lvl8pPr lvl="7" algn="ctr">
              <a:spcBef>
                <a:spcPts val="0"/>
              </a:spcBef>
              <a:spcAft>
                <a:spcPts val="0"/>
              </a:spcAft>
              <a:buSzPts val="4489"/>
              <a:buNone/>
              <a:defRPr sz="4489"/>
            </a:lvl8pPr>
            <a:lvl9pPr lvl="8" algn="ctr">
              <a:spcBef>
                <a:spcPts val="0"/>
              </a:spcBef>
              <a:spcAft>
                <a:spcPts val="0"/>
              </a:spcAft>
              <a:buSzPts val="4489"/>
              <a:buNone/>
              <a:defRPr sz="4489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773347" y="6684352"/>
            <a:ext cx="633000" cy="5643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>
              <a:buNone/>
              <a:defRPr sz="1247"/>
            </a:lvl1pPr>
            <a:lvl2pPr lvl="1">
              <a:buNone/>
              <a:defRPr sz="1247"/>
            </a:lvl2pPr>
            <a:lvl3pPr lvl="2">
              <a:buNone/>
              <a:defRPr sz="1247"/>
            </a:lvl3pPr>
            <a:lvl4pPr lvl="3">
              <a:buNone/>
              <a:defRPr sz="1247"/>
            </a:lvl4pPr>
            <a:lvl5pPr lvl="4">
              <a:buNone/>
              <a:defRPr sz="1247"/>
            </a:lvl5pPr>
            <a:lvl6pPr lvl="5">
              <a:buNone/>
              <a:defRPr sz="1247"/>
            </a:lvl6pPr>
            <a:lvl7pPr lvl="6">
              <a:buNone/>
              <a:defRPr sz="1247"/>
            </a:lvl7pPr>
            <a:lvl8pPr lvl="7">
              <a:buNone/>
              <a:defRPr sz="1247"/>
            </a:lvl8pPr>
            <a:lvl9pPr lvl="8">
              <a:buNone/>
              <a:defRPr sz="124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9559" y="637908"/>
            <a:ext cx="9828900" cy="820800"/>
          </a:xfrm>
          <a:prstGeom prst="rect">
            <a:avLst/>
          </a:prstGeom>
        </p:spPr>
        <p:txBody>
          <a:bodyPr anchorCtr="0" anchor="t" bIns="114000" lIns="114000" spcFirstLastPara="1" rIns="114000" wrap="square" tIns="11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1pPr>
            <a:lvl2pPr lvl="1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2pPr>
            <a:lvl3pPr lvl="2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3pPr>
            <a:lvl4pPr lvl="3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4pPr>
            <a:lvl5pPr lvl="4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5pPr>
            <a:lvl6pPr lvl="5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6pPr>
            <a:lvl7pPr lvl="6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7pPr>
            <a:lvl8pPr lvl="7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8pPr>
            <a:lvl9pPr lvl="8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9559" y="1651982"/>
            <a:ext cx="9828900" cy="4897200"/>
          </a:xfrm>
          <a:prstGeom prst="rect">
            <a:avLst/>
          </a:prstGeom>
        </p:spPr>
        <p:txBody>
          <a:bodyPr anchorCtr="0" anchor="t" bIns="114000" lIns="114000" spcFirstLastPara="1" rIns="114000" wrap="square" tIns="114000">
            <a:normAutofit/>
          </a:bodyPr>
          <a:lstStyle>
            <a:lvl1pPr indent="-371113" lvl="0" marL="457200">
              <a:spcBef>
                <a:spcPts val="0"/>
              </a:spcBef>
              <a:spcAft>
                <a:spcPts val="0"/>
              </a:spcAft>
              <a:buSzPts val="2244"/>
              <a:buChar char="●"/>
              <a:defRPr sz="2244"/>
            </a:lvl1pPr>
            <a:lvl2pPr indent="-339444" lvl="1" marL="914400">
              <a:spcBef>
                <a:spcPts val="0"/>
              </a:spcBef>
              <a:spcAft>
                <a:spcPts val="0"/>
              </a:spcAft>
              <a:buSzPts val="1746"/>
              <a:buChar char="○"/>
              <a:defRPr sz="1746"/>
            </a:lvl2pPr>
            <a:lvl3pPr indent="-339444" lvl="2" marL="1371600">
              <a:spcBef>
                <a:spcPts val="0"/>
              </a:spcBef>
              <a:spcAft>
                <a:spcPts val="0"/>
              </a:spcAft>
              <a:buSzPts val="1746"/>
              <a:buChar char="■"/>
              <a:defRPr sz="1746"/>
            </a:lvl3pPr>
            <a:lvl4pPr indent="-339444" lvl="3" marL="1828800">
              <a:spcBef>
                <a:spcPts val="0"/>
              </a:spcBef>
              <a:spcAft>
                <a:spcPts val="0"/>
              </a:spcAft>
              <a:buSzPts val="1746"/>
              <a:buChar char="●"/>
              <a:defRPr sz="1746"/>
            </a:lvl4pPr>
            <a:lvl5pPr indent="-339444" lvl="4" marL="2286000">
              <a:spcBef>
                <a:spcPts val="0"/>
              </a:spcBef>
              <a:spcAft>
                <a:spcPts val="0"/>
              </a:spcAft>
              <a:buSzPts val="1746"/>
              <a:buChar char="○"/>
              <a:defRPr sz="1746"/>
            </a:lvl5pPr>
            <a:lvl6pPr indent="-339444" lvl="5" marL="2743200">
              <a:spcBef>
                <a:spcPts val="0"/>
              </a:spcBef>
              <a:spcAft>
                <a:spcPts val="0"/>
              </a:spcAft>
              <a:buSzPts val="1746"/>
              <a:buChar char="■"/>
              <a:defRPr sz="1746"/>
            </a:lvl6pPr>
            <a:lvl7pPr indent="-339444" lvl="6" marL="3200400">
              <a:spcBef>
                <a:spcPts val="0"/>
              </a:spcBef>
              <a:spcAft>
                <a:spcPts val="0"/>
              </a:spcAft>
              <a:buSzPts val="1746"/>
              <a:buChar char="●"/>
              <a:defRPr sz="1746"/>
            </a:lvl7pPr>
            <a:lvl8pPr indent="-339444" lvl="7" marL="3657600">
              <a:spcBef>
                <a:spcPts val="0"/>
              </a:spcBef>
              <a:spcAft>
                <a:spcPts val="0"/>
              </a:spcAft>
              <a:buSzPts val="1746"/>
              <a:buChar char="○"/>
              <a:defRPr sz="1746"/>
            </a:lvl8pPr>
            <a:lvl9pPr indent="-339444" lvl="8" marL="4114800">
              <a:spcBef>
                <a:spcPts val="0"/>
              </a:spcBef>
              <a:spcAft>
                <a:spcPts val="0"/>
              </a:spcAft>
              <a:buSzPts val="1746"/>
              <a:buChar char="■"/>
              <a:defRPr sz="1746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773347" y="6684352"/>
            <a:ext cx="633000" cy="5643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>
              <a:buNone/>
              <a:defRPr sz="1247"/>
            </a:lvl1pPr>
            <a:lvl2pPr lvl="1">
              <a:buNone/>
              <a:defRPr sz="1247"/>
            </a:lvl2pPr>
            <a:lvl3pPr lvl="2">
              <a:buNone/>
              <a:defRPr sz="1247"/>
            </a:lvl3pPr>
            <a:lvl4pPr lvl="3">
              <a:buNone/>
              <a:defRPr sz="1247"/>
            </a:lvl4pPr>
            <a:lvl5pPr lvl="4">
              <a:buNone/>
              <a:defRPr sz="1247"/>
            </a:lvl5pPr>
            <a:lvl6pPr lvl="5">
              <a:buNone/>
              <a:defRPr sz="1247"/>
            </a:lvl6pPr>
            <a:lvl7pPr lvl="6">
              <a:buNone/>
              <a:defRPr sz="1247"/>
            </a:lvl7pPr>
            <a:lvl8pPr lvl="7">
              <a:buNone/>
              <a:defRPr sz="1247"/>
            </a:lvl8pPr>
            <a:lvl9pPr lvl="8">
              <a:buNone/>
              <a:defRPr sz="124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9559" y="637908"/>
            <a:ext cx="9828900" cy="820800"/>
          </a:xfrm>
          <a:prstGeom prst="rect">
            <a:avLst/>
          </a:prstGeom>
        </p:spPr>
        <p:txBody>
          <a:bodyPr anchorCtr="0" anchor="t" bIns="114000" lIns="114000" spcFirstLastPara="1" rIns="114000" wrap="square" tIns="11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1pPr>
            <a:lvl2pPr lvl="1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2pPr>
            <a:lvl3pPr lvl="2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3pPr>
            <a:lvl4pPr lvl="3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4pPr>
            <a:lvl5pPr lvl="4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5pPr>
            <a:lvl6pPr lvl="5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6pPr>
            <a:lvl7pPr lvl="6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7pPr>
            <a:lvl8pPr lvl="7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8pPr>
            <a:lvl9pPr lvl="8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9559" y="1651982"/>
            <a:ext cx="4614000" cy="4897200"/>
          </a:xfrm>
          <a:prstGeom prst="rect">
            <a:avLst/>
          </a:prstGeom>
        </p:spPr>
        <p:txBody>
          <a:bodyPr anchorCtr="0" anchor="t" bIns="114000" lIns="114000" spcFirstLastPara="1" rIns="114000" wrap="square" tIns="114000">
            <a:normAutofit/>
          </a:bodyPr>
          <a:lstStyle>
            <a:lvl1pPr indent="-339444" lvl="0" marL="457200">
              <a:spcBef>
                <a:spcPts val="0"/>
              </a:spcBef>
              <a:spcAft>
                <a:spcPts val="0"/>
              </a:spcAft>
              <a:buSzPts val="1746"/>
              <a:buChar char="●"/>
              <a:defRPr sz="1746"/>
            </a:lvl1pPr>
            <a:lvl2pPr indent="-323609" lvl="1" marL="914400">
              <a:spcBef>
                <a:spcPts val="0"/>
              </a:spcBef>
              <a:spcAft>
                <a:spcPts val="0"/>
              </a:spcAft>
              <a:buSzPts val="1496"/>
              <a:buChar char="○"/>
              <a:defRPr sz="1496"/>
            </a:lvl2pPr>
            <a:lvl3pPr indent="-323609" lvl="2" marL="1371600">
              <a:spcBef>
                <a:spcPts val="0"/>
              </a:spcBef>
              <a:spcAft>
                <a:spcPts val="0"/>
              </a:spcAft>
              <a:buSzPts val="1496"/>
              <a:buChar char="■"/>
              <a:defRPr sz="1496"/>
            </a:lvl3pPr>
            <a:lvl4pPr indent="-323609" lvl="3" marL="1828800">
              <a:spcBef>
                <a:spcPts val="0"/>
              </a:spcBef>
              <a:spcAft>
                <a:spcPts val="0"/>
              </a:spcAft>
              <a:buSzPts val="1496"/>
              <a:buChar char="●"/>
              <a:defRPr sz="1496"/>
            </a:lvl4pPr>
            <a:lvl5pPr indent="-323609" lvl="4" marL="2286000">
              <a:spcBef>
                <a:spcPts val="0"/>
              </a:spcBef>
              <a:spcAft>
                <a:spcPts val="0"/>
              </a:spcAft>
              <a:buSzPts val="1496"/>
              <a:buChar char="○"/>
              <a:defRPr sz="1496"/>
            </a:lvl5pPr>
            <a:lvl6pPr indent="-323609" lvl="5" marL="2743200">
              <a:spcBef>
                <a:spcPts val="0"/>
              </a:spcBef>
              <a:spcAft>
                <a:spcPts val="0"/>
              </a:spcAft>
              <a:buSzPts val="1496"/>
              <a:buChar char="■"/>
              <a:defRPr sz="1496"/>
            </a:lvl6pPr>
            <a:lvl7pPr indent="-323609" lvl="6" marL="3200400">
              <a:spcBef>
                <a:spcPts val="0"/>
              </a:spcBef>
              <a:spcAft>
                <a:spcPts val="0"/>
              </a:spcAft>
              <a:buSzPts val="1496"/>
              <a:buChar char="●"/>
              <a:defRPr sz="1496"/>
            </a:lvl7pPr>
            <a:lvl8pPr indent="-323609" lvl="7" marL="3657600">
              <a:spcBef>
                <a:spcPts val="0"/>
              </a:spcBef>
              <a:spcAft>
                <a:spcPts val="0"/>
              </a:spcAft>
              <a:buSzPts val="1496"/>
              <a:buChar char="○"/>
              <a:defRPr sz="1496"/>
            </a:lvl8pPr>
            <a:lvl9pPr indent="-323609" lvl="8" marL="4114800">
              <a:spcBef>
                <a:spcPts val="0"/>
              </a:spcBef>
              <a:spcAft>
                <a:spcPts val="0"/>
              </a:spcAft>
              <a:buSzPts val="1496"/>
              <a:buChar char="■"/>
              <a:defRPr sz="1496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574383" y="1651982"/>
            <a:ext cx="4614000" cy="4897200"/>
          </a:xfrm>
          <a:prstGeom prst="rect">
            <a:avLst/>
          </a:prstGeom>
        </p:spPr>
        <p:txBody>
          <a:bodyPr anchorCtr="0" anchor="t" bIns="114000" lIns="114000" spcFirstLastPara="1" rIns="114000" wrap="square" tIns="114000">
            <a:normAutofit/>
          </a:bodyPr>
          <a:lstStyle>
            <a:lvl1pPr indent="-339444" lvl="0" marL="457200">
              <a:spcBef>
                <a:spcPts val="0"/>
              </a:spcBef>
              <a:spcAft>
                <a:spcPts val="0"/>
              </a:spcAft>
              <a:buSzPts val="1746"/>
              <a:buChar char="●"/>
              <a:defRPr sz="1746"/>
            </a:lvl1pPr>
            <a:lvl2pPr indent="-323609" lvl="1" marL="914400">
              <a:spcBef>
                <a:spcPts val="0"/>
              </a:spcBef>
              <a:spcAft>
                <a:spcPts val="0"/>
              </a:spcAft>
              <a:buSzPts val="1496"/>
              <a:buChar char="○"/>
              <a:defRPr sz="1496"/>
            </a:lvl2pPr>
            <a:lvl3pPr indent="-323609" lvl="2" marL="1371600">
              <a:spcBef>
                <a:spcPts val="0"/>
              </a:spcBef>
              <a:spcAft>
                <a:spcPts val="0"/>
              </a:spcAft>
              <a:buSzPts val="1496"/>
              <a:buChar char="■"/>
              <a:defRPr sz="1496"/>
            </a:lvl3pPr>
            <a:lvl4pPr indent="-323609" lvl="3" marL="1828800">
              <a:spcBef>
                <a:spcPts val="0"/>
              </a:spcBef>
              <a:spcAft>
                <a:spcPts val="0"/>
              </a:spcAft>
              <a:buSzPts val="1496"/>
              <a:buChar char="●"/>
              <a:defRPr sz="1496"/>
            </a:lvl4pPr>
            <a:lvl5pPr indent="-323609" lvl="4" marL="2286000">
              <a:spcBef>
                <a:spcPts val="0"/>
              </a:spcBef>
              <a:spcAft>
                <a:spcPts val="0"/>
              </a:spcAft>
              <a:buSzPts val="1496"/>
              <a:buChar char="○"/>
              <a:defRPr sz="1496"/>
            </a:lvl5pPr>
            <a:lvl6pPr indent="-323609" lvl="5" marL="2743200">
              <a:spcBef>
                <a:spcPts val="0"/>
              </a:spcBef>
              <a:spcAft>
                <a:spcPts val="0"/>
              </a:spcAft>
              <a:buSzPts val="1496"/>
              <a:buChar char="■"/>
              <a:defRPr sz="1496"/>
            </a:lvl6pPr>
            <a:lvl7pPr indent="-323609" lvl="6" marL="3200400">
              <a:spcBef>
                <a:spcPts val="0"/>
              </a:spcBef>
              <a:spcAft>
                <a:spcPts val="0"/>
              </a:spcAft>
              <a:buSzPts val="1496"/>
              <a:buChar char="●"/>
              <a:defRPr sz="1496"/>
            </a:lvl7pPr>
            <a:lvl8pPr indent="-323609" lvl="7" marL="3657600">
              <a:spcBef>
                <a:spcPts val="0"/>
              </a:spcBef>
              <a:spcAft>
                <a:spcPts val="0"/>
              </a:spcAft>
              <a:buSzPts val="1496"/>
              <a:buChar char="○"/>
              <a:defRPr sz="1496"/>
            </a:lvl8pPr>
            <a:lvl9pPr indent="-323609" lvl="8" marL="4114800">
              <a:spcBef>
                <a:spcPts val="0"/>
              </a:spcBef>
              <a:spcAft>
                <a:spcPts val="0"/>
              </a:spcAft>
              <a:buSzPts val="1496"/>
              <a:buChar char="■"/>
              <a:defRPr sz="1496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773347" y="6684352"/>
            <a:ext cx="633000" cy="5643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>
              <a:buNone/>
              <a:defRPr sz="1247"/>
            </a:lvl1pPr>
            <a:lvl2pPr lvl="1">
              <a:buNone/>
              <a:defRPr sz="1247"/>
            </a:lvl2pPr>
            <a:lvl3pPr lvl="2">
              <a:buNone/>
              <a:defRPr sz="1247"/>
            </a:lvl3pPr>
            <a:lvl4pPr lvl="3">
              <a:buNone/>
              <a:defRPr sz="1247"/>
            </a:lvl4pPr>
            <a:lvl5pPr lvl="4">
              <a:buNone/>
              <a:defRPr sz="1247"/>
            </a:lvl5pPr>
            <a:lvl6pPr lvl="5">
              <a:buNone/>
              <a:defRPr sz="1247"/>
            </a:lvl6pPr>
            <a:lvl7pPr lvl="6">
              <a:buNone/>
              <a:defRPr sz="1247"/>
            </a:lvl7pPr>
            <a:lvl8pPr lvl="7">
              <a:buNone/>
              <a:defRPr sz="1247"/>
            </a:lvl8pPr>
            <a:lvl9pPr lvl="8">
              <a:buNone/>
              <a:defRPr sz="124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9559" y="637908"/>
            <a:ext cx="9828900" cy="820800"/>
          </a:xfrm>
          <a:prstGeom prst="rect">
            <a:avLst/>
          </a:prstGeom>
        </p:spPr>
        <p:txBody>
          <a:bodyPr anchorCtr="0" anchor="t" bIns="114000" lIns="114000" spcFirstLastPara="1" rIns="114000" wrap="square" tIns="11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1pPr>
            <a:lvl2pPr lvl="1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2pPr>
            <a:lvl3pPr lvl="2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3pPr>
            <a:lvl4pPr lvl="3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4pPr>
            <a:lvl5pPr lvl="4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5pPr>
            <a:lvl6pPr lvl="5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6pPr>
            <a:lvl7pPr lvl="6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7pPr>
            <a:lvl8pPr lvl="7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8pPr>
            <a:lvl9pPr lvl="8">
              <a:spcBef>
                <a:spcPts val="0"/>
              </a:spcBef>
              <a:spcAft>
                <a:spcPts val="0"/>
              </a:spcAft>
              <a:buSzPts val="3491"/>
              <a:buNone/>
              <a:defRPr sz="3491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773347" y="6684352"/>
            <a:ext cx="633000" cy="5643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>
              <a:buNone/>
              <a:defRPr sz="1247"/>
            </a:lvl1pPr>
            <a:lvl2pPr lvl="1">
              <a:buNone/>
              <a:defRPr sz="1247"/>
            </a:lvl2pPr>
            <a:lvl3pPr lvl="2">
              <a:buNone/>
              <a:defRPr sz="1247"/>
            </a:lvl3pPr>
            <a:lvl4pPr lvl="3">
              <a:buNone/>
              <a:defRPr sz="1247"/>
            </a:lvl4pPr>
            <a:lvl5pPr lvl="4">
              <a:buNone/>
              <a:defRPr sz="1247"/>
            </a:lvl5pPr>
            <a:lvl6pPr lvl="5">
              <a:buNone/>
              <a:defRPr sz="1247"/>
            </a:lvl6pPr>
            <a:lvl7pPr lvl="6">
              <a:buNone/>
              <a:defRPr sz="1247"/>
            </a:lvl7pPr>
            <a:lvl8pPr lvl="7">
              <a:buNone/>
              <a:defRPr sz="1247"/>
            </a:lvl8pPr>
            <a:lvl9pPr lvl="8">
              <a:buNone/>
              <a:defRPr sz="124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9559" y="796409"/>
            <a:ext cx="3239100" cy="1083300"/>
          </a:xfrm>
          <a:prstGeom prst="rect">
            <a:avLst/>
          </a:prstGeom>
        </p:spPr>
        <p:txBody>
          <a:bodyPr anchorCtr="0" anchor="b" bIns="114000" lIns="114000" spcFirstLastPara="1" rIns="114000" wrap="square" tIns="11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92"/>
              <a:buNone/>
              <a:defRPr sz="2992"/>
            </a:lvl1pPr>
            <a:lvl2pPr lvl="1">
              <a:spcBef>
                <a:spcPts val="0"/>
              </a:spcBef>
              <a:spcAft>
                <a:spcPts val="0"/>
              </a:spcAft>
              <a:buSzPts val="2992"/>
              <a:buNone/>
              <a:defRPr sz="2992"/>
            </a:lvl2pPr>
            <a:lvl3pPr lvl="2">
              <a:spcBef>
                <a:spcPts val="0"/>
              </a:spcBef>
              <a:spcAft>
                <a:spcPts val="0"/>
              </a:spcAft>
              <a:buSzPts val="2992"/>
              <a:buNone/>
              <a:defRPr sz="2992"/>
            </a:lvl3pPr>
            <a:lvl4pPr lvl="3">
              <a:spcBef>
                <a:spcPts val="0"/>
              </a:spcBef>
              <a:spcAft>
                <a:spcPts val="0"/>
              </a:spcAft>
              <a:buSzPts val="2992"/>
              <a:buNone/>
              <a:defRPr sz="2992"/>
            </a:lvl4pPr>
            <a:lvl5pPr lvl="4">
              <a:spcBef>
                <a:spcPts val="0"/>
              </a:spcBef>
              <a:spcAft>
                <a:spcPts val="0"/>
              </a:spcAft>
              <a:buSzPts val="2992"/>
              <a:buNone/>
              <a:defRPr sz="2992"/>
            </a:lvl5pPr>
            <a:lvl6pPr lvl="5">
              <a:spcBef>
                <a:spcPts val="0"/>
              </a:spcBef>
              <a:spcAft>
                <a:spcPts val="0"/>
              </a:spcAft>
              <a:buSzPts val="2992"/>
              <a:buNone/>
              <a:defRPr sz="2992"/>
            </a:lvl6pPr>
            <a:lvl7pPr lvl="6">
              <a:spcBef>
                <a:spcPts val="0"/>
              </a:spcBef>
              <a:spcAft>
                <a:spcPts val="0"/>
              </a:spcAft>
              <a:buSzPts val="2992"/>
              <a:buNone/>
              <a:defRPr sz="2992"/>
            </a:lvl7pPr>
            <a:lvl8pPr lvl="7">
              <a:spcBef>
                <a:spcPts val="0"/>
              </a:spcBef>
              <a:spcAft>
                <a:spcPts val="0"/>
              </a:spcAft>
              <a:buSzPts val="2992"/>
              <a:buNone/>
              <a:defRPr sz="2992"/>
            </a:lvl8pPr>
            <a:lvl9pPr lvl="8">
              <a:spcBef>
                <a:spcPts val="0"/>
              </a:spcBef>
              <a:spcAft>
                <a:spcPts val="0"/>
              </a:spcAft>
              <a:buSzPts val="2992"/>
              <a:buNone/>
              <a:defRPr sz="2992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9559" y="1991882"/>
            <a:ext cx="3239100" cy="4557300"/>
          </a:xfrm>
          <a:prstGeom prst="rect">
            <a:avLst/>
          </a:prstGeom>
        </p:spPr>
        <p:txBody>
          <a:bodyPr anchorCtr="0" anchor="t" bIns="114000" lIns="114000" spcFirstLastPara="1" rIns="114000" wrap="square" tIns="114000">
            <a:normAutofit/>
          </a:bodyPr>
          <a:lstStyle>
            <a:lvl1pPr indent="-323609" lvl="0" marL="457200">
              <a:spcBef>
                <a:spcPts val="0"/>
              </a:spcBef>
              <a:spcAft>
                <a:spcPts val="0"/>
              </a:spcAft>
              <a:buSzPts val="1496"/>
              <a:buChar char="●"/>
              <a:defRPr sz="1496"/>
            </a:lvl1pPr>
            <a:lvl2pPr indent="-323609" lvl="1" marL="914400">
              <a:spcBef>
                <a:spcPts val="0"/>
              </a:spcBef>
              <a:spcAft>
                <a:spcPts val="0"/>
              </a:spcAft>
              <a:buSzPts val="1496"/>
              <a:buChar char="○"/>
              <a:defRPr sz="1496"/>
            </a:lvl2pPr>
            <a:lvl3pPr indent="-323609" lvl="2" marL="1371600">
              <a:spcBef>
                <a:spcPts val="0"/>
              </a:spcBef>
              <a:spcAft>
                <a:spcPts val="0"/>
              </a:spcAft>
              <a:buSzPts val="1496"/>
              <a:buChar char="■"/>
              <a:defRPr sz="1496"/>
            </a:lvl3pPr>
            <a:lvl4pPr indent="-323609" lvl="3" marL="1828800">
              <a:spcBef>
                <a:spcPts val="0"/>
              </a:spcBef>
              <a:spcAft>
                <a:spcPts val="0"/>
              </a:spcAft>
              <a:buSzPts val="1496"/>
              <a:buChar char="●"/>
              <a:defRPr sz="1496"/>
            </a:lvl4pPr>
            <a:lvl5pPr indent="-323609" lvl="4" marL="2286000">
              <a:spcBef>
                <a:spcPts val="0"/>
              </a:spcBef>
              <a:spcAft>
                <a:spcPts val="0"/>
              </a:spcAft>
              <a:buSzPts val="1496"/>
              <a:buChar char="○"/>
              <a:defRPr sz="1496"/>
            </a:lvl5pPr>
            <a:lvl6pPr indent="-323609" lvl="5" marL="2743200">
              <a:spcBef>
                <a:spcPts val="0"/>
              </a:spcBef>
              <a:spcAft>
                <a:spcPts val="0"/>
              </a:spcAft>
              <a:buSzPts val="1496"/>
              <a:buChar char="■"/>
              <a:defRPr sz="1496"/>
            </a:lvl6pPr>
            <a:lvl7pPr indent="-323609" lvl="6" marL="3200400">
              <a:spcBef>
                <a:spcPts val="0"/>
              </a:spcBef>
              <a:spcAft>
                <a:spcPts val="0"/>
              </a:spcAft>
              <a:buSzPts val="1496"/>
              <a:buChar char="●"/>
              <a:defRPr sz="1496"/>
            </a:lvl7pPr>
            <a:lvl8pPr indent="-323609" lvl="7" marL="3657600">
              <a:spcBef>
                <a:spcPts val="0"/>
              </a:spcBef>
              <a:spcAft>
                <a:spcPts val="0"/>
              </a:spcAft>
              <a:buSzPts val="1496"/>
              <a:buChar char="○"/>
              <a:defRPr sz="1496"/>
            </a:lvl8pPr>
            <a:lvl9pPr indent="-323609" lvl="8" marL="4114800">
              <a:spcBef>
                <a:spcPts val="0"/>
              </a:spcBef>
              <a:spcAft>
                <a:spcPts val="0"/>
              </a:spcAft>
              <a:buSzPts val="1496"/>
              <a:buChar char="■"/>
              <a:defRPr sz="1496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773347" y="6684352"/>
            <a:ext cx="633000" cy="5643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>
              <a:buNone/>
              <a:defRPr sz="1247"/>
            </a:lvl1pPr>
            <a:lvl2pPr lvl="1">
              <a:buNone/>
              <a:defRPr sz="1247"/>
            </a:lvl2pPr>
            <a:lvl3pPr lvl="2">
              <a:buNone/>
              <a:defRPr sz="1247"/>
            </a:lvl3pPr>
            <a:lvl4pPr lvl="3">
              <a:buNone/>
              <a:defRPr sz="1247"/>
            </a:lvl4pPr>
            <a:lvl5pPr lvl="4">
              <a:buNone/>
              <a:defRPr sz="1247"/>
            </a:lvl5pPr>
            <a:lvl6pPr lvl="5">
              <a:buNone/>
              <a:defRPr sz="1247"/>
            </a:lvl6pPr>
            <a:lvl7pPr lvl="6">
              <a:buNone/>
              <a:defRPr sz="1247"/>
            </a:lvl7pPr>
            <a:lvl8pPr lvl="7">
              <a:buNone/>
              <a:defRPr sz="1247"/>
            </a:lvl8pPr>
            <a:lvl9pPr lvl="8">
              <a:buNone/>
              <a:defRPr sz="124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65525" y="645254"/>
            <a:ext cx="7345500" cy="58638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85"/>
              <a:buNone/>
              <a:defRPr sz="5985"/>
            </a:lvl1pPr>
            <a:lvl2pPr lvl="1">
              <a:spcBef>
                <a:spcPts val="0"/>
              </a:spcBef>
              <a:spcAft>
                <a:spcPts val="0"/>
              </a:spcAft>
              <a:buSzPts val="5985"/>
              <a:buNone/>
              <a:defRPr sz="5985"/>
            </a:lvl2pPr>
            <a:lvl3pPr lvl="2">
              <a:spcBef>
                <a:spcPts val="0"/>
              </a:spcBef>
              <a:spcAft>
                <a:spcPts val="0"/>
              </a:spcAft>
              <a:buSzPts val="5985"/>
              <a:buNone/>
              <a:defRPr sz="5985"/>
            </a:lvl3pPr>
            <a:lvl4pPr lvl="3">
              <a:spcBef>
                <a:spcPts val="0"/>
              </a:spcBef>
              <a:spcAft>
                <a:spcPts val="0"/>
              </a:spcAft>
              <a:buSzPts val="5985"/>
              <a:buNone/>
              <a:defRPr sz="5985"/>
            </a:lvl4pPr>
            <a:lvl5pPr lvl="4">
              <a:spcBef>
                <a:spcPts val="0"/>
              </a:spcBef>
              <a:spcAft>
                <a:spcPts val="0"/>
              </a:spcAft>
              <a:buSzPts val="5985"/>
              <a:buNone/>
              <a:defRPr sz="5985"/>
            </a:lvl5pPr>
            <a:lvl6pPr lvl="5">
              <a:spcBef>
                <a:spcPts val="0"/>
              </a:spcBef>
              <a:spcAft>
                <a:spcPts val="0"/>
              </a:spcAft>
              <a:buSzPts val="5985"/>
              <a:buNone/>
              <a:defRPr sz="5985"/>
            </a:lvl6pPr>
            <a:lvl7pPr lvl="6">
              <a:spcBef>
                <a:spcPts val="0"/>
              </a:spcBef>
              <a:spcAft>
                <a:spcPts val="0"/>
              </a:spcAft>
              <a:buSzPts val="5985"/>
              <a:buNone/>
              <a:defRPr sz="5985"/>
            </a:lvl7pPr>
            <a:lvl8pPr lvl="7">
              <a:spcBef>
                <a:spcPts val="0"/>
              </a:spcBef>
              <a:spcAft>
                <a:spcPts val="0"/>
              </a:spcAft>
              <a:buSzPts val="5985"/>
              <a:buNone/>
              <a:defRPr sz="5985"/>
            </a:lvl8pPr>
            <a:lvl9pPr lvl="8">
              <a:spcBef>
                <a:spcPts val="0"/>
              </a:spcBef>
              <a:spcAft>
                <a:spcPts val="0"/>
              </a:spcAft>
              <a:buSzPts val="5985"/>
              <a:buNone/>
              <a:defRPr sz="5985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773347" y="6684352"/>
            <a:ext cx="633000" cy="5643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>
              <a:buNone/>
              <a:defRPr sz="1247"/>
            </a:lvl1pPr>
            <a:lvl2pPr lvl="1">
              <a:buNone/>
              <a:defRPr sz="1247"/>
            </a:lvl2pPr>
            <a:lvl3pPr lvl="2">
              <a:buNone/>
              <a:defRPr sz="1247"/>
            </a:lvl3pPr>
            <a:lvl4pPr lvl="3">
              <a:buNone/>
              <a:defRPr sz="1247"/>
            </a:lvl4pPr>
            <a:lvl5pPr lvl="4">
              <a:buNone/>
              <a:defRPr sz="1247"/>
            </a:lvl5pPr>
            <a:lvl6pPr lvl="5">
              <a:buNone/>
              <a:defRPr sz="1247"/>
            </a:lvl6pPr>
            <a:lvl7pPr lvl="6">
              <a:buNone/>
              <a:defRPr sz="1247"/>
            </a:lvl7pPr>
            <a:lvl8pPr lvl="7">
              <a:buNone/>
              <a:defRPr sz="1247"/>
            </a:lvl8pPr>
            <a:lvl9pPr lvl="8">
              <a:buNone/>
              <a:defRPr sz="124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274000" y="-179"/>
            <a:ext cx="5274000" cy="737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4000" lIns="114000" spcFirstLastPara="1" rIns="114000" wrap="square" tIns="11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06266" y="1767659"/>
            <a:ext cx="4666200" cy="2124900"/>
          </a:xfrm>
          <a:prstGeom prst="rect">
            <a:avLst/>
          </a:prstGeom>
        </p:spPr>
        <p:txBody>
          <a:bodyPr anchorCtr="0" anchor="b" bIns="114000" lIns="114000" spcFirstLastPara="1" rIns="114000" wrap="square" tIns="114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37"/>
              <a:buNone/>
              <a:defRPr sz="5237"/>
            </a:lvl1pPr>
            <a:lvl2pPr lvl="1" algn="ctr">
              <a:spcBef>
                <a:spcPts val="0"/>
              </a:spcBef>
              <a:spcAft>
                <a:spcPts val="0"/>
              </a:spcAft>
              <a:buSzPts val="5237"/>
              <a:buNone/>
              <a:defRPr sz="5237"/>
            </a:lvl2pPr>
            <a:lvl3pPr lvl="2" algn="ctr">
              <a:spcBef>
                <a:spcPts val="0"/>
              </a:spcBef>
              <a:spcAft>
                <a:spcPts val="0"/>
              </a:spcAft>
              <a:buSzPts val="5237"/>
              <a:buNone/>
              <a:defRPr sz="5237"/>
            </a:lvl3pPr>
            <a:lvl4pPr lvl="3" algn="ctr">
              <a:spcBef>
                <a:spcPts val="0"/>
              </a:spcBef>
              <a:spcAft>
                <a:spcPts val="0"/>
              </a:spcAft>
              <a:buSzPts val="5237"/>
              <a:buNone/>
              <a:defRPr sz="5237"/>
            </a:lvl4pPr>
            <a:lvl5pPr lvl="4" algn="ctr">
              <a:spcBef>
                <a:spcPts val="0"/>
              </a:spcBef>
              <a:spcAft>
                <a:spcPts val="0"/>
              </a:spcAft>
              <a:buSzPts val="5237"/>
              <a:buNone/>
              <a:defRPr sz="5237"/>
            </a:lvl5pPr>
            <a:lvl6pPr lvl="5" algn="ctr">
              <a:spcBef>
                <a:spcPts val="0"/>
              </a:spcBef>
              <a:spcAft>
                <a:spcPts val="0"/>
              </a:spcAft>
              <a:buSzPts val="5237"/>
              <a:buNone/>
              <a:defRPr sz="5237"/>
            </a:lvl6pPr>
            <a:lvl7pPr lvl="6" algn="ctr">
              <a:spcBef>
                <a:spcPts val="0"/>
              </a:spcBef>
              <a:spcAft>
                <a:spcPts val="0"/>
              </a:spcAft>
              <a:buSzPts val="5237"/>
              <a:buNone/>
              <a:defRPr sz="5237"/>
            </a:lvl7pPr>
            <a:lvl8pPr lvl="7" algn="ctr">
              <a:spcBef>
                <a:spcPts val="0"/>
              </a:spcBef>
              <a:spcAft>
                <a:spcPts val="0"/>
              </a:spcAft>
              <a:buSzPts val="5237"/>
              <a:buNone/>
              <a:defRPr sz="5237"/>
            </a:lvl8pPr>
            <a:lvl9pPr lvl="8" algn="ctr">
              <a:spcBef>
                <a:spcPts val="0"/>
              </a:spcBef>
              <a:spcAft>
                <a:spcPts val="0"/>
              </a:spcAft>
              <a:buSzPts val="5237"/>
              <a:buNone/>
              <a:defRPr sz="5237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06266" y="4017986"/>
            <a:ext cx="4666200" cy="1770300"/>
          </a:xfrm>
          <a:prstGeom prst="rect">
            <a:avLst/>
          </a:prstGeom>
        </p:spPr>
        <p:txBody>
          <a:bodyPr anchorCtr="0" anchor="t" bIns="114000" lIns="114000" spcFirstLastPara="1" rIns="114000" wrap="square" tIns="1140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8"/>
              <a:buNone/>
              <a:defRPr sz="26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8"/>
              <a:buNone/>
              <a:defRPr sz="26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8"/>
              <a:buNone/>
              <a:defRPr sz="26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8"/>
              <a:buNone/>
              <a:defRPr sz="26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8"/>
              <a:buNone/>
              <a:defRPr sz="26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8"/>
              <a:buNone/>
              <a:defRPr sz="26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8"/>
              <a:buNone/>
              <a:defRPr sz="26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8"/>
              <a:buNone/>
              <a:defRPr sz="26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8"/>
              <a:buNone/>
              <a:defRPr sz="2618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697927" y="1037904"/>
            <a:ext cx="4426200" cy="52965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indent="-371113" lvl="0" marL="457200">
              <a:spcBef>
                <a:spcPts val="0"/>
              </a:spcBef>
              <a:spcAft>
                <a:spcPts val="0"/>
              </a:spcAft>
              <a:buSzPts val="2244"/>
              <a:buChar char="●"/>
              <a:defRPr sz="2244"/>
            </a:lvl1pPr>
            <a:lvl2pPr indent="-339444" lvl="1" marL="914400">
              <a:spcBef>
                <a:spcPts val="0"/>
              </a:spcBef>
              <a:spcAft>
                <a:spcPts val="0"/>
              </a:spcAft>
              <a:buSzPts val="1746"/>
              <a:buChar char="○"/>
              <a:defRPr sz="1746"/>
            </a:lvl2pPr>
            <a:lvl3pPr indent="-339444" lvl="2" marL="1371600">
              <a:spcBef>
                <a:spcPts val="0"/>
              </a:spcBef>
              <a:spcAft>
                <a:spcPts val="0"/>
              </a:spcAft>
              <a:buSzPts val="1746"/>
              <a:buChar char="■"/>
              <a:defRPr sz="1746"/>
            </a:lvl3pPr>
            <a:lvl4pPr indent="-339444" lvl="3" marL="1828800">
              <a:spcBef>
                <a:spcPts val="0"/>
              </a:spcBef>
              <a:spcAft>
                <a:spcPts val="0"/>
              </a:spcAft>
              <a:buSzPts val="1746"/>
              <a:buChar char="●"/>
              <a:defRPr sz="1746"/>
            </a:lvl4pPr>
            <a:lvl5pPr indent="-339444" lvl="4" marL="2286000">
              <a:spcBef>
                <a:spcPts val="0"/>
              </a:spcBef>
              <a:spcAft>
                <a:spcPts val="0"/>
              </a:spcAft>
              <a:buSzPts val="1746"/>
              <a:buChar char="○"/>
              <a:defRPr sz="1746"/>
            </a:lvl5pPr>
            <a:lvl6pPr indent="-339444" lvl="5" marL="2743200">
              <a:spcBef>
                <a:spcPts val="0"/>
              </a:spcBef>
              <a:spcAft>
                <a:spcPts val="0"/>
              </a:spcAft>
              <a:buSzPts val="1746"/>
              <a:buChar char="■"/>
              <a:defRPr sz="1746"/>
            </a:lvl6pPr>
            <a:lvl7pPr indent="-339444" lvl="6" marL="3200400">
              <a:spcBef>
                <a:spcPts val="0"/>
              </a:spcBef>
              <a:spcAft>
                <a:spcPts val="0"/>
              </a:spcAft>
              <a:buSzPts val="1746"/>
              <a:buChar char="●"/>
              <a:defRPr sz="1746"/>
            </a:lvl7pPr>
            <a:lvl8pPr indent="-339444" lvl="7" marL="3657600">
              <a:spcBef>
                <a:spcPts val="0"/>
              </a:spcBef>
              <a:spcAft>
                <a:spcPts val="0"/>
              </a:spcAft>
              <a:buSzPts val="1746"/>
              <a:buChar char="○"/>
              <a:defRPr sz="1746"/>
            </a:lvl8pPr>
            <a:lvl9pPr indent="-339444" lvl="8" marL="4114800">
              <a:spcBef>
                <a:spcPts val="0"/>
              </a:spcBef>
              <a:spcAft>
                <a:spcPts val="0"/>
              </a:spcAft>
              <a:buSzPts val="1746"/>
              <a:buChar char="■"/>
              <a:defRPr sz="1746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773347" y="6684352"/>
            <a:ext cx="633000" cy="5643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>
              <a:buNone/>
              <a:defRPr sz="1247"/>
            </a:lvl1pPr>
            <a:lvl2pPr lvl="1">
              <a:buNone/>
              <a:defRPr sz="1247"/>
            </a:lvl2pPr>
            <a:lvl3pPr lvl="2">
              <a:buNone/>
              <a:defRPr sz="1247"/>
            </a:lvl3pPr>
            <a:lvl4pPr lvl="3">
              <a:buNone/>
              <a:defRPr sz="1247"/>
            </a:lvl4pPr>
            <a:lvl5pPr lvl="4">
              <a:buNone/>
              <a:defRPr sz="1247"/>
            </a:lvl5pPr>
            <a:lvl6pPr lvl="5">
              <a:buNone/>
              <a:defRPr sz="1247"/>
            </a:lvl6pPr>
            <a:lvl7pPr lvl="6">
              <a:buNone/>
              <a:defRPr sz="1247"/>
            </a:lvl7pPr>
            <a:lvl8pPr lvl="7">
              <a:buNone/>
              <a:defRPr sz="1247"/>
            </a:lvl8pPr>
            <a:lvl9pPr lvl="8">
              <a:buNone/>
              <a:defRPr sz="124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9559" y="6064194"/>
            <a:ext cx="6919800" cy="8673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4"/>
              <a:buNone/>
              <a:defRPr sz="2244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773347" y="6684352"/>
            <a:ext cx="633000" cy="5643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>
              <a:buNone/>
              <a:defRPr sz="1247"/>
            </a:lvl1pPr>
            <a:lvl2pPr lvl="1">
              <a:buNone/>
              <a:defRPr sz="1247"/>
            </a:lvl2pPr>
            <a:lvl3pPr lvl="2">
              <a:buNone/>
              <a:defRPr sz="1247"/>
            </a:lvl3pPr>
            <a:lvl4pPr lvl="3">
              <a:buNone/>
              <a:defRPr sz="1247"/>
            </a:lvl4pPr>
            <a:lvl5pPr lvl="4">
              <a:buNone/>
              <a:defRPr sz="1247"/>
            </a:lvl5pPr>
            <a:lvl6pPr lvl="5">
              <a:buNone/>
              <a:defRPr sz="1247"/>
            </a:lvl6pPr>
            <a:lvl7pPr lvl="6">
              <a:buNone/>
              <a:defRPr sz="1247"/>
            </a:lvl7pPr>
            <a:lvl8pPr lvl="7">
              <a:buNone/>
              <a:defRPr sz="1247"/>
            </a:lvl8pPr>
            <a:lvl9pPr lvl="8">
              <a:buNone/>
              <a:defRPr sz="124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9559" y="1585543"/>
            <a:ext cx="9828900" cy="2814600"/>
          </a:xfrm>
          <a:prstGeom prst="rect">
            <a:avLst/>
          </a:prstGeom>
        </p:spPr>
        <p:txBody>
          <a:bodyPr anchorCtr="0" anchor="b" bIns="114000" lIns="114000" spcFirstLastPara="1" rIns="114000" wrap="square" tIns="114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962"/>
              <a:buNone/>
              <a:defRPr sz="14962"/>
            </a:lvl1pPr>
            <a:lvl2pPr lvl="1" algn="ctr">
              <a:spcBef>
                <a:spcPts val="0"/>
              </a:spcBef>
              <a:spcAft>
                <a:spcPts val="0"/>
              </a:spcAft>
              <a:buSzPts val="14962"/>
              <a:buNone/>
              <a:defRPr sz="14962"/>
            </a:lvl2pPr>
            <a:lvl3pPr lvl="2" algn="ctr">
              <a:spcBef>
                <a:spcPts val="0"/>
              </a:spcBef>
              <a:spcAft>
                <a:spcPts val="0"/>
              </a:spcAft>
              <a:buSzPts val="14962"/>
              <a:buNone/>
              <a:defRPr sz="14962"/>
            </a:lvl3pPr>
            <a:lvl4pPr lvl="3" algn="ctr">
              <a:spcBef>
                <a:spcPts val="0"/>
              </a:spcBef>
              <a:spcAft>
                <a:spcPts val="0"/>
              </a:spcAft>
              <a:buSzPts val="14962"/>
              <a:buNone/>
              <a:defRPr sz="14962"/>
            </a:lvl4pPr>
            <a:lvl5pPr lvl="4" algn="ctr">
              <a:spcBef>
                <a:spcPts val="0"/>
              </a:spcBef>
              <a:spcAft>
                <a:spcPts val="0"/>
              </a:spcAft>
              <a:buSzPts val="14962"/>
              <a:buNone/>
              <a:defRPr sz="14962"/>
            </a:lvl5pPr>
            <a:lvl6pPr lvl="5" algn="ctr">
              <a:spcBef>
                <a:spcPts val="0"/>
              </a:spcBef>
              <a:spcAft>
                <a:spcPts val="0"/>
              </a:spcAft>
              <a:buSzPts val="14962"/>
              <a:buNone/>
              <a:defRPr sz="14962"/>
            </a:lvl6pPr>
            <a:lvl7pPr lvl="6" algn="ctr">
              <a:spcBef>
                <a:spcPts val="0"/>
              </a:spcBef>
              <a:spcAft>
                <a:spcPts val="0"/>
              </a:spcAft>
              <a:buSzPts val="14962"/>
              <a:buNone/>
              <a:defRPr sz="14962"/>
            </a:lvl7pPr>
            <a:lvl8pPr lvl="7" algn="ctr">
              <a:spcBef>
                <a:spcPts val="0"/>
              </a:spcBef>
              <a:spcAft>
                <a:spcPts val="0"/>
              </a:spcAft>
              <a:buSzPts val="14962"/>
              <a:buNone/>
              <a:defRPr sz="14962"/>
            </a:lvl8pPr>
            <a:lvl9pPr lvl="8" algn="ctr">
              <a:spcBef>
                <a:spcPts val="0"/>
              </a:spcBef>
              <a:spcAft>
                <a:spcPts val="0"/>
              </a:spcAft>
              <a:buSzPts val="14962"/>
              <a:buNone/>
              <a:defRPr sz="1496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9559" y="4518465"/>
            <a:ext cx="9828900" cy="1864500"/>
          </a:xfrm>
          <a:prstGeom prst="rect">
            <a:avLst/>
          </a:prstGeom>
        </p:spPr>
        <p:txBody>
          <a:bodyPr anchorCtr="0" anchor="t" bIns="114000" lIns="114000" spcFirstLastPara="1" rIns="114000" wrap="square" tIns="114000">
            <a:normAutofit/>
          </a:bodyPr>
          <a:lstStyle>
            <a:lvl1pPr indent="-371113" lvl="0" marL="457200" algn="ctr">
              <a:spcBef>
                <a:spcPts val="0"/>
              </a:spcBef>
              <a:spcAft>
                <a:spcPts val="0"/>
              </a:spcAft>
              <a:buSzPts val="2244"/>
              <a:buChar char="●"/>
              <a:defRPr sz="2244"/>
            </a:lvl1pPr>
            <a:lvl2pPr indent="-339444" lvl="1" marL="914400" algn="ctr">
              <a:spcBef>
                <a:spcPts val="0"/>
              </a:spcBef>
              <a:spcAft>
                <a:spcPts val="0"/>
              </a:spcAft>
              <a:buSzPts val="1746"/>
              <a:buChar char="○"/>
              <a:defRPr sz="1746"/>
            </a:lvl2pPr>
            <a:lvl3pPr indent="-339444" lvl="2" marL="1371600" algn="ctr">
              <a:spcBef>
                <a:spcPts val="0"/>
              </a:spcBef>
              <a:spcAft>
                <a:spcPts val="0"/>
              </a:spcAft>
              <a:buSzPts val="1746"/>
              <a:buChar char="■"/>
              <a:defRPr sz="1746"/>
            </a:lvl3pPr>
            <a:lvl4pPr indent="-339444" lvl="3" marL="1828800" algn="ctr">
              <a:spcBef>
                <a:spcPts val="0"/>
              </a:spcBef>
              <a:spcAft>
                <a:spcPts val="0"/>
              </a:spcAft>
              <a:buSzPts val="1746"/>
              <a:buChar char="●"/>
              <a:defRPr sz="1746"/>
            </a:lvl4pPr>
            <a:lvl5pPr indent="-339444" lvl="4" marL="2286000" algn="ctr">
              <a:spcBef>
                <a:spcPts val="0"/>
              </a:spcBef>
              <a:spcAft>
                <a:spcPts val="0"/>
              </a:spcAft>
              <a:buSzPts val="1746"/>
              <a:buChar char="○"/>
              <a:defRPr sz="1746"/>
            </a:lvl5pPr>
            <a:lvl6pPr indent="-339444" lvl="5" marL="2743200" algn="ctr">
              <a:spcBef>
                <a:spcPts val="0"/>
              </a:spcBef>
              <a:spcAft>
                <a:spcPts val="0"/>
              </a:spcAft>
              <a:buSzPts val="1746"/>
              <a:buChar char="■"/>
              <a:defRPr sz="1746"/>
            </a:lvl6pPr>
            <a:lvl7pPr indent="-339444" lvl="6" marL="3200400" algn="ctr">
              <a:spcBef>
                <a:spcPts val="0"/>
              </a:spcBef>
              <a:spcAft>
                <a:spcPts val="0"/>
              </a:spcAft>
              <a:buSzPts val="1746"/>
              <a:buChar char="●"/>
              <a:defRPr sz="1746"/>
            </a:lvl7pPr>
            <a:lvl8pPr indent="-339444" lvl="7" marL="3657600" algn="ctr">
              <a:spcBef>
                <a:spcPts val="0"/>
              </a:spcBef>
              <a:spcAft>
                <a:spcPts val="0"/>
              </a:spcAft>
              <a:buSzPts val="1746"/>
              <a:buChar char="○"/>
              <a:defRPr sz="1746"/>
            </a:lvl8pPr>
            <a:lvl9pPr indent="-339444" lvl="8" marL="4114800" algn="ctr">
              <a:spcBef>
                <a:spcPts val="0"/>
              </a:spcBef>
              <a:spcAft>
                <a:spcPts val="0"/>
              </a:spcAft>
              <a:buSzPts val="1746"/>
              <a:buChar char="■"/>
              <a:defRPr sz="1746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773347" y="6684352"/>
            <a:ext cx="633000" cy="5643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>
              <a:buNone/>
              <a:defRPr sz="1247"/>
            </a:lvl1pPr>
            <a:lvl2pPr lvl="1">
              <a:buNone/>
              <a:defRPr sz="1247"/>
            </a:lvl2pPr>
            <a:lvl3pPr lvl="2">
              <a:buNone/>
              <a:defRPr sz="1247"/>
            </a:lvl3pPr>
            <a:lvl4pPr lvl="3">
              <a:buNone/>
              <a:defRPr sz="1247"/>
            </a:lvl4pPr>
            <a:lvl5pPr lvl="4">
              <a:buNone/>
              <a:defRPr sz="1247"/>
            </a:lvl5pPr>
            <a:lvl6pPr lvl="5">
              <a:buNone/>
              <a:defRPr sz="1247"/>
            </a:lvl6pPr>
            <a:lvl7pPr lvl="6">
              <a:buNone/>
              <a:defRPr sz="1247"/>
            </a:lvl7pPr>
            <a:lvl8pPr lvl="7">
              <a:buNone/>
              <a:defRPr sz="1247"/>
            </a:lvl8pPr>
            <a:lvl9pPr lvl="8">
              <a:buNone/>
              <a:defRPr sz="124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773347" y="6684352"/>
            <a:ext cx="633000" cy="564300"/>
          </a:xfrm>
          <a:prstGeom prst="rect">
            <a:avLst/>
          </a:prstGeom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>
              <a:buNone/>
              <a:defRPr sz="1247"/>
            </a:lvl1pPr>
            <a:lvl2pPr lvl="1">
              <a:buNone/>
              <a:defRPr sz="1247"/>
            </a:lvl2pPr>
            <a:lvl3pPr lvl="2">
              <a:buNone/>
              <a:defRPr sz="1247"/>
            </a:lvl3pPr>
            <a:lvl4pPr lvl="3">
              <a:buNone/>
              <a:defRPr sz="1247"/>
            </a:lvl4pPr>
            <a:lvl5pPr lvl="4">
              <a:buNone/>
              <a:defRPr sz="1247"/>
            </a:lvl5pPr>
            <a:lvl6pPr lvl="5">
              <a:buNone/>
              <a:defRPr sz="1247"/>
            </a:lvl6pPr>
            <a:lvl7pPr lvl="6">
              <a:buNone/>
              <a:defRPr sz="1247"/>
            </a:lvl7pPr>
            <a:lvl8pPr lvl="7">
              <a:buNone/>
              <a:defRPr sz="1247"/>
            </a:lvl8pPr>
            <a:lvl9pPr lvl="8">
              <a:buNone/>
              <a:defRPr sz="124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9559" y="637908"/>
            <a:ext cx="98289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000" lIns="114000" spcFirstLastPara="1" rIns="114000" wrap="square" tIns="11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91"/>
              <a:buNone/>
              <a:defRPr sz="349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91"/>
              <a:buNone/>
              <a:defRPr sz="349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91"/>
              <a:buNone/>
              <a:defRPr sz="349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91"/>
              <a:buNone/>
              <a:defRPr sz="349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91"/>
              <a:buNone/>
              <a:defRPr sz="349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91"/>
              <a:buNone/>
              <a:defRPr sz="349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91"/>
              <a:buNone/>
              <a:defRPr sz="349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91"/>
              <a:buNone/>
              <a:defRPr sz="349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91"/>
              <a:buNone/>
              <a:defRPr sz="349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9559" y="1651982"/>
            <a:ext cx="9828900" cy="4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000" lIns="114000" spcFirstLastPara="1" rIns="114000" wrap="square" tIns="114000">
            <a:normAutofit/>
          </a:bodyPr>
          <a:lstStyle>
            <a:lvl1pPr indent="-371113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4"/>
              <a:buChar char="●"/>
              <a:defRPr sz="2244">
                <a:solidFill>
                  <a:schemeClr val="dk2"/>
                </a:solidFill>
              </a:defRPr>
            </a:lvl1pPr>
            <a:lvl2pPr indent="-339444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46"/>
              <a:buChar char="○"/>
              <a:defRPr sz="1746">
                <a:solidFill>
                  <a:schemeClr val="dk2"/>
                </a:solidFill>
              </a:defRPr>
            </a:lvl2pPr>
            <a:lvl3pPr indent="-339444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46"/>
              <a:buChar char="■"/>
              <a:defRPr sz="1746">
                <a:solidFill>
                  <a:schemeClr val="dk2"/>
                </a:solidFill>
              </a:defRPr>
            </a:lvl3pPr>
            <a:lvl4pPr indent="-339444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46"/>
              <a:buChar char="●"/>
              <a:defRPr sz="1746">
                <a:solidFill>
                  <a:schemeClr val="dk2"/>
                </a:solidFill>
              </a:defRPr>
            </a:lvl4pPr>
            <a:lvl5pPr indent="-339444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46"/>
              <a:buChar char="○"/>
              <a:defRPr sz="1746">
                <a:solidFill>
                  <a:schemeClr val="dk2"/>
                </a:solidFill>
              </a:defRPr>
            </a:lvl5pPr>
            <a:lvl6pPr indent="-339444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46"/>
              <a:buChar char="■"/>
              <a:defRPr sz="1746">
                <a:solidFill>
                  <a:schemeClr val="dk2"/>
                </a:solidFill>
              </a:defRPr>
            </a:lvl6pPr>
            <a:lvl7pPr indent="-339444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46"/>
              <a:buChar char="●"/>
              <a:defRPr sz="1746">
                <a:solidFill>
                  <a:schemeClr val="dk2"/>
                </a:solidFill>
              </a:defRPr>
            </a:lvl7pPr>
            <a:lvl8pPr indent="-339444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46"/>
              <a:buChar char="○"/>
              <a:defRPr sz="1746">
                <a:solidFill>
                  <a:schemeClr val="dk2"/>
                </a:solidFill>
              </a:defRPr>
            </a:lvl8pPr>
            <a:lvl9pPr indent="-339444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46"/>
              <a:buChar char="■"/>
              <a:defRPr sz="1746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773347" y="6684352"/>
            <a:ext cx="633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4000" lIns="114000" spcFirstLastPara="1" rIns="114000" wrap="square" tIns="114000">
            <a:normAutofit/>
          </a:bodyPr>
          <a:lstStyle>
            <a:lvl1pPr lvl="0" algn="r">
              <a:buNone/>
              <a:defRPr sz="1247">
                <a:solidFill>
                  <a:schemeClr val="dk2"/>
                </a:solidFill>
              </a:defRPr>
            </a:lvl1pPr>
            <a:lvl2pPr lvl="1" algn="r">
              <a:buNone/>
              <a:defRPr sz="1247">
                <a:solidFill>
                  <a:schemeClr val="dk2"/>
                </a:solidFill>
              </a:defRPr>
            </a:lvl2pPr>
            <a:lvl3pPr lvl="2" algn="r">
              <a:buNone/>
              <a:defRPr sz="1247">
                <a:solidFill>
                  <a:schemeClr val="dk2"/>
                </a:solidFill>
              </a:defRPr>
            </a:lvl3pPr>
            <a:lvl4pPr lvl="3" algn="r">
              <a:buNone/>
              <a:defRPr sz="1247">
                <a:solidFill>
                  <a:schemeClr val="dk2"/>
                </a:solidFill>
              </a:defRPr>
            </a:lvl4pPr>
            <a:lvl5pPr lvl="4" algn="r">
              <a:buNone/>
              <a:defRPr sz="1247">
                <a:solidFill>
                  <a:schemeClr val="dk2"/>
                </a:solidFill>
              </a:defRPr>
            </a:lvl5pPr>
            <a:lvl6pPr lvl="5" algn="r">
              <a:buNone/>
              <a:defRPr sz="1247">
                <a:solidFill>
                  <a:schemeClr val="dk2"/>
                </a:solidFill>
              </a:defRPr>
            </a:lvl6pPr>
            <a:lvl7pPr lvl="6" algn="r">
              <a:buNone/>
              <a:defRPr sz="1247">
                <a:solidFill>
                  <a:schemeClr val="dk2"/>
                </a:solidFill>
              </a:defRPr>
            </a:lvl7pPr>
            <a:lvl8pPr lvl="7" algn="r">
              <a:buNone/>
              <a:defRPr sz="1247">
                <a:solidFill>
                  <a:schemeClr val="dk2"/>
                </a:solidFill>
              </a:defRPr>
            </a:lvl8pPr>
            <a:lvl9pPr lvl="8" algn="r">
              <a:buNone/>
              <a:defRPr sz="1247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9569" y="1067289"/>
            <a:ext cx="9828900" cy="2942100"/>
          </a:xfrm>
          <a:prstGeom prst="rect">
            <a:avLst/>
          </a:prstGeom>
        </p:spPr>
        <p:txBody>
          <a:bodyPr anchorCtr="0" anchor="b" bIns="114000" lIns="114000" spcFirstLastPara="1" rIns="114000" wrap="square" tIns="114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84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59559" y="4062494"/>
            <a:ext cx="9828900" cy="1136100"/>
          </a:xfrm>
          <a:prstGeom prst="rect">
            <a:avLst/>
          </a:prstGeom>
        </p:spPr>
        <p:txBody>
          <a:bodyPr anchorCtr="0" anchor="t" bIns="114000" lIns="114000" spcFirstLastPara="1" rIns="114000" wrap="square" tIns="114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91"/>
          </a:p>
        </p:txBody>
      </p:sp>
      <p:pic>
        <p:nvPicPr>
          <p:cNvPr id="56" name="Google Shape;56;p13" title="ChatGPT Image 18 Agu 2026, 13.52.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75" y="-7"/>
            <a:ext cx="10436648" cy="73728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189475" y="731925"/>
            <a:ext cx="17145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4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778550" y="761300"/>
            <a:ext cx="1639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707050" y="2947625"/>
            <a:ext cx="44535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707050" y="3153550"/>
            <a:ext cx="1917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603150" y="3153550"/>
            <a:ext cx="1448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994175" y="4350600"/>
            <a:ext cx="6885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94175" y="4537150"/>
            <a:ext cx="6885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994175" y="4723700"/>
            <a:ext cx="6885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994175" y="4846100"/>
            <a:ext cx="6885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316775" y="5341600"/>
            <a:ext cx="59853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6210550" y="6738300"/>
            <a:ext cx="13644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3687700" y="3571875"/>
            <a:ext cx="44922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6069300" y="4284725"/>
            <a:ext cx="97500" cy="9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6069300" y="4460025"/>
            <a:ext cx="97500" cy="9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6069300" y="4635325"/>
            <a:ext cx="97500" cy="9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6069300" y="4813163"/>
            <a:ext cx="97500" cy="9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6069300" y="4988450"/>
            <a:ext cx="97500" cy="9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